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notesMasters/notesMaster11.xml" ContentType="application/vnd.openxmlformats-officedocument.presentationml.notesMaster+xml"/>
  <Override PartName="/ppt/theme/theme21.xml" ContentType="application/vnd.openxmlformats-officedocument.theme+xml"/>
  <Override PartName="/ppt/slideLayouts/slideLayout4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8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10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theme/theme12.xml" ContentType="application/vnd.openxmlformats-officedocument.them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customXml/item3.xml" ContentType="application/xml"/>
  <Override PartName="/customXml/itemProps31.xml" ContentType="application/vnd.openxmlformats-officedocument.customXmlProperties+xml"/>
  <Override PartName="/ppt/viewProps.xml" ContentType="application/vnd.openxmlformats-officedocument.presentationml.viewProps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customXml/item22.xml" ContentType="application/xml"/>
  <Override PartName="/customXml/itemProps22.xml" ContentType="application/vnd.openxmlformats-officedocument.customXmlProperties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presProps.xml" ContentType="application/vnd.openxmlformats-officedocument.presentationml.presProps+xml"/>
  <Override PartName="/customXml/item13.xml" ContentType="application/xml"/>
  <Override PartName="/customXml/itemProps13.xml" ContentType="application/vnd.openxmlformats-officedocument.customXmlProperties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authors.xml" ContentType="application/vnd.ms-powerpoint.authors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110.xml" ContentType="application/vnd.openxmlformats-officedocument.presentationml.slide+xml"/>
  <Override PartName="/ppt/notesSlides/notesSlide1110.xml" ContentType="application/vnd.openxmlformats-officedocument.presentationml.notesSlide+xml"/>
  <Override PartName="/ppt/tableStyles.xml" ContentType="application/vnd.openxmlformats-officedocument.presentationml.tableStyles+xml"/>
  <Override PartName="/ppt/slides/slide611.xml" ContentType="application/vnd.openxmlformats-officedocument.presentationml.slide+xml"/>
  <Override PartName="/ppt/notesSlides/notesSlide611.xml" ContentType="application/vnd.openxmlformats-officedocument.presentationml.notesSlide+xml"/>
  <Override PartName="/ppt/handoutMasters/handoutMaster11.xml" ContentType="application/vnd.openxmlformats-officedocument.presentationml.handoutMaster+xml"/>
  <Override PartName="/ppt/theme/theme33.xml" ContentType="application/vnd.openxmlformats-officedocument.theme+xml"/>
  <Override PartName="/ppt/slides/slide512.xml" ContentType="application/vnd.openxmlformats-officedocument.presentationml.slide+xml"/>
  <Override PartName="/ppt/notesSlides/notesSlide512.xml" ContentType="application/vnd.openxmlformats-officedocument.presentationml.notesSlide+xml"/>
  <Override PartName="/ppt/slides/slide1013.xml" ContentType="application/vnd.openxmlformats-officedocument.presentationml.slide+xml"/>
  <Override PartName="/ppt/notesSlides/notesSlide1013.xml" ContentType="application/vnd.openxmlformats-officedocument.presentationml.notesSlide+xml"/>
  <Override PartName="/docMetadata/LabelInfo.xml" ContentType="application/vnd.ms-office.classificationlabels+xml"/>
  <Override PartName="/docProps/custom.xml" ContentType="application/vnd.openxmlformats-officedocument.custom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microsoft.com/office/2020/02/relationships/classificationlabels" Target="/docMetadata/LabelInfo.xml" Id="rId6" /><Relationship Type="http://schemas.openxmlformats.org/officeDocument/2006/relationships/custom-properties" Target="/docProps/custom.xml" Id="rId5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3849" r:id="rId6"/>
    <p:sldId id="3844" r:id="rId7"/>
    <p:sldId id="3846" r:id="rId8"/>
    <p:sldId id="261" r:id="rId9"/>
    <p:sldId id="3850" r:id="rId10"/>
    <p:sldId id="3851" r:id="rId11"/>
    <p:sldId id="265" r:id="rId12"/>
    <p:sldId id="263" r:id="rId13"/>
    <p:sldId id="268" r:id="rId14"/>
    <p:sldId id="3848" r:id="rId15"/>
    <p:sldId id="267" r:id="rId16"/>
    <p:sldId id="3847" r:id="rId1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92" autoAdjust="0"/>
    <p:restoredTop sz="94694" autoAdjust="0"/>
  </p:normalViewPr>
  <p:slideViewPr>
    <p:cSldViewPr snapToGrid="0">
      <p:cViewPr varScale="1">
        <p:scale>
          <a:sx n="102" d="100"/>
          <a:sy n="102" d="100"/>
        </p:scale>
        <p:origin x="1134" y="114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80" d="100"/>
          <a:sy n="80" d="100"/>
        </p:scale>
        <p:origin x="4014" y="162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41.xml" Id="rId8" /><Relationship Type="http://schemas.openxmlformats.org/officeDocument/2006/relationships/slide" Target="/ppt/slides/slide92.xml" Id="rId13" /><Relationship Type="http://schemas.openxmlformats.org/officeDocument/2006/relationships/notesMaster" Target="/ppt/notesMasters/notesMaster11.xml" Id="rId18" /><Relationship Type="http://schemas.openxmlformats.org/officeDocument/2006/relationships/customXml" Target="/customXml/item3.xml" Id="rId3" /><Relationship Type="http://schemas.openxmlformats.org/officeDocument/2006/relationships/viewProps" Target="/ppt/viewProps.xml" Id="rId21" /><Relationship Type="http://schemas.openxmlformats.org/officeDocument/2006/relationships/slide" Target="/ppt/slides/slide33.xml" Id="rId7" /><Relationship Type="http://schemas.openxmlformats.org/officeDocument/2006/relationships/slide" Target="/ppt/slides/slide84.xml" Id="rId12" /><Relationship Type="http://schemas.openxmlformats.org/officeDocument/2006/relationships/slide" Target="/ppt/slides/slide135.xml" Id="rId17" /><Relationship Type="http://schemas.openxmlformats.org/officeDocument/2006/relationships/customXml" Target="/customXml/item22.xml" Id="rId2" /><Relationship Type="http://schemas.openxmlformats.org/officeDocument/2006/relationships/slide" Target="/ppt/slides/slide126.xml" Id="rId16" /><Relationship Type="http://schemas.openxmlformats.org/officeDocument/2006/relationships/presProps" Target="/ppt/presProps.xml" Id="rId20" /><Relationship Type="http://schemas.openxmlformats.org/officeDocument/2006/relationships/customXml" Target="/customXml/item13.xml" Id="rId1" /><Relationship Type="http://schemas.openxmlformats.org/officeDocument/2006/relationships/slide" Target="/ppt/slides/slide27.xml" Id="rId6" /><Relationship Type="http://schemas.openxmlformats.org/officeDocument/2006/relationships/slide" Target="/ppt/slides/slide78.xml" Id="rId11" /><Relationship Type="http://schemas.microsoft.com/office/2018/10/relationships/authors" Target="/ppt/authors.xml" Id="rId24" /><Relationship Type="http://schemas.openxmlformats.org/officeDocument/2006/relationships/slide" Target="/ppt/slides/slide19.xml" Id="rId5" /><Relationship Type="http://schemas.openxmlformats.org/officeDocument/2006/relationships/slide" Target="/ppt/slides/slide1110.xml" Id="rId15" /><Relationship Type="http://schemas.openxmlformats.org/officeDocument/2006/relationships/tableStyles" Target="/ppt/tableStyles.xml" Id="rId23" /><Relationship Type="http://schemas.openxmlformats.org/officeDocument/2006/relationships/slide" Target="/ppt/slides/slide611.xml" Id="rId10" /><Relationship Type="http://schemas.openxmlformats.org/officeDocument/2006/relationships/handoutMaster" Target="/ppt/handoutMasters/handoutMaster11.xml" Id="rId19" /><Relationship Type="http://schemas.openxmlformats.org/officeDocument/2006/relationships/slideMaster" Target="/ppt/slideMasters/slideMaster11.xml" Id="rId4" /><Relationship Type="http://schemas.openxmlformats.org/officeDocument/2006/relationships/slide" Target="/ppt/slides/slide512.xml" Id="rId9" /><Relationship Type="http://schemas.openxmlformats.org/officeDocument/2006/relationships/slide" Target="/ppt/slides/slide1013.xml" Id="rId14" /><Relationship Type="http://schemas.openxmlformats.org/officeDocument/2006/relationships/theme" Target="/ppt/theme/theme12.xml" Id="rId22" /></Relationships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3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82979CD9-28A9-48FD-96C6-32717AA7EAE3}" type="datetime1">
              <a:rPr lang="es-ES" smtClean="0"/>
              <a:t>04/03/2024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F757874-EF65-4B61-B062-40C932C8129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1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CFA56E56-5ECD-440C-893B-C5FE203C02C5}" type="datetime1">
              <a:rPr lang="es-ES" smtClean="0"/>
              <a:pPr/>
              <a:t>04/03/2024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8B57D50D-BAA9-464B-B391-243138E078D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Id2" /><Relationship Type="http://schemas.openxmlformats.org/officeDocument/2006/relationships/notesMaster" Target="/ppt/notesMasters/notesMaster11.xml" Id="rI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Id2" /><Relationship Type="http://schemas.openxmlformats.org/officeDocument/2006/relationships/notesMaster" Target="/ppt/notesMasters/notesMaster11.xml" Id="rId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Id2" /><Relationship Type="http://schemas.openxmlformats.org/officeDocument/2006/relationships/notesMaster" Target="/ppt/notesMasters/notesMaster11.xml" Id="rId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Id2" /><Relationship Type="http://schemas.openxmlformats.org/officeDocument/2006/relationships/notesMaster" Target="/ppt/notesMasters/notesMaster11.xml" Id="rId1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Id2" /><Relationship Type="http://schemas.openxmlformats.org/officeDocument/2006/relationships/notesMaster" Target="/ppt/notesMasters/notesMaster11.xml" Id="rId1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Id2" /><Relationship Type="http://schemas.openxmlformats.org/officeDocument/2006/relationships/notesMaster" Target="/ppt/notesMasters/notesMaster11.xml" Id="rId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Id2" /><Relationship Type="http://schemas.openxmlformats.org/officeDocument/2006/relationships/notesMaster" Target="/ppt/notesMasters/notesMaster11.xml" Id="rId1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Id2" /><Relationship Type="http://schemas.openxmlformats.org/officeDocument/2006/relationships/notesMaster" Target="/ppt/notesMasters/notesMaster11.xml" Id="rId1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Id2" /><Relationship Type="http://schemas.openxmlformats.org/officeDocument/2006/relationships/notesMaster" Target="/ppt/notesMasters/notesMaster11.xml" Id="rId1" /></Relationships>
</file>

<file path=ppt/notesSlides/_rels/notesSlide512.xml.rels>&#65279;<?xml version="1.0" encoding="utf-8"?><Relationships xmlns="http://schemas.openxmlformats.org/package/2006/relationships"><Relationship Type="http://schemas.openxmlformats.org/officeDocument/2006/relationships/slide" Target="/ppt/slides/slide512.xml" Id="rId2" /><Relationship Type="http://schemas.openxmlformats.org/officeDocument/2006/relationships/notesMaster" Target="/ppt/notesMasters/notesMaster11.xml" Id="rId1" /></Relationships>
</file>

<file path=ppt/notesSlides/_rels/notesSlide611.xml.rels>&#65279;<?xml version="1.0" encoding="utf-8"?><Relationships xmlns="http://schemas.openxmlformats.org/package/2006/relationships"><Relationship Type="http://schemas.openxmlformats.org/officeDocument/2006/relationships/slide" Target="/ppt/slides/slide611.xml" Id="rId2" /><Relationship Type="http://schemas.openxmlformats.org/officeDocument/2006/relationships/notesMaster" Target="/ppt/notesMasters/notesMaster11.xml" Id="rId1" /></Relationships>
</file>

<file path=ppt/notesSlides/_rels/notesSlide1013.xml.rels>&#65279;<?xml version="1.0" encoding="utf-8"?><Relationships xmlns="http://schemas.openxmlformats.org/package/2006/relationships"><Relationship Type="http://schemas.openxmlformats.org/officeDocument/2006/relationships/slide" Target="/ppt/slides/slide1013.xml" Id="rId2" /><Relationship Type="http://schemas.openxmlformats.org/officeDocument/2006/relationships/notesMaster" Target="/ppt/notesMasters/notesMaster11.xml" Id="rId1" /></Relationships>
</file>

<file path=ppt/notesSlides/_rels/notesSlide1110.xml.rels>&#65279;<?xml version="1.0" encoding="utf-8"?><Relationships xmlns="http://schemas.openxmlformats.org/package/2006/relationships"><Relationship Type="http://schemas.openxmlformats.org/officeDocument/2006/relationships/slide" Target="/ppt/slides/slide1110.xml" Id="rId2" /><Relationship Type="http://schemas.openxmlformats.org/officeDocument/2006/relationships/notesMaster" Target="/ppt/notesMasters/notesMaster11.xml" Id="rId1" /></Relationship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75620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0C6A29-4676-420C-BBE3-ACC2B80F64D4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110985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673945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notesSlides/notesSlide5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6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2538323"/>
      </p:ext>
    </p:extLst>
  </p:cSld>
  <p:clrMapOvr>
    <a:masterClrMapping/>
  </p:clrMapOvr>
</p:notes>
</file>

<file path=ppt/notesSlides/notesSlide10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6091678"/>
      </p:ext>
    </p:extLst>
  </p:cSld>
  <p:clrMapOvr>
    <a:masterClrMapping/>
  </p:clrMapOvr>
</p:notes>
</file>

<file path=ppt/notesSlides/notesSlide1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57D50D-BAA9-464B-B391-243138E078D8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5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9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0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orma libre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orma libre: Forma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orma libre: Forma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orma libre: Forma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o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ítu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rtlCol="0" anchor="b" anchorCtr="0">
            <a:noAutofit/>
          </a:bodyPr>
          <a:lstStyle>
            <a:lvl1pPr algn="r">
              <a:defRPr lang="es-ES"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o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 rtlCol="0">
            <a:noAutofit/>
          </a:bodyPr>
          <a:lstStyle>
            <a:lvl1pPr algn="ctr"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rtlCol="0"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es-ES"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6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rtlCol="0">
            <a:no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3" name="Arco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 rtlCol="0">
            <a:normAutofit/>
          </a:bodyPr>
          <a:lstStyle>
            <a:lvl1pPr algn="ctr">
              <a:defRPr lang="es-ES" sz="6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rtlCol="0" anchor="b">
            <a:normAutofit/>
          </a:bodyPr>
          <a:lstStyle>
            <a:lvl1pPr>
              <a:defRPr lang="es-ES" sz="6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lang="es-ES" sz="2400"/>
            </a:lvl1pPr>
            <a:lvl2pPr marL="228600">
              <a:lnSpc>
                <a:spcPct val="90000"/>
              </a:lnSpc>
              <a:buClr>
                <a:schemeClr val="accent2"/>
              </a:buClr>
              <a:defRPr lang="es-ES" sz="2000"/>
            </a:lvl2pPr>
            <a:lvl3pPr marL="457200">
              <a:lnSpc>
                <a:spcPct val="90000"/>
              </a:lnSpc>
              <a:buClr>
                <a:schemeClr val="accent2"/>
              </a:buClr>
              <a:defRPr lang="es-ES" sz="1800"/>
            </a:lvl3pPr>
            <a:lvl4pPr marL="685800">
              <a:lnSpc>
                <a:spcPct val="90000"/>
              </a:lnSpc>
              <a:buClr>
                <a:schemeClr val="accent2"/>
              </a:buClr>
              <a:defRPr lang="es-ES" sz="1600"/>
            </a:lvl4pPr>
            <a:lvl5pPr>
              <a:lnSpc>
                <a:spcPct val="110000"/>
              </a:lnSpc>
              <a:defRPr lang="es-ES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 lang="es-ES">
                <a:latin typeface="+mn-lt"/>
              </a:defRPr>
            </a:lvl1pPr>
          </a:lstStyle>
          <a:p>
            <a:pPr rtl="0">
              <a:defRPr lang="es-ES"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3/9/20XX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 lang="es-ES">
                <a:latin typeface="+mn-lt"/>
              </a:defRPr>
            </a:lvl1pPr>
          </a:lstStyle>
          <a:p>
            <a:pPr algn="l" rtl="0">
              <a:defRPr lang="es-ES"/>
            </a:pPr>
            <a:r>
              <a:rPr lang="es-ES">
                <a:solidFill>
                  <a:prstClr val="black">
                    <a:tint val="75000"/>
                  </a:prstClr>
                </a:solidFill>
              </a:rPr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 lang="es-ES">
                <a:latin typeface="+mn-lt"/>
              </a:defRPr>
            </a:lvl1pPr>
          </a:lstStyle>
          <a:p>
            <a:pPr rtl="0">
              <a:defRPr lang="es-ES"/>
            </a:pPr>
            <a:fld id="{D76B855D-E9CC-4FF8-AD85-6CDC7B89A0DE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rtl="0">
                <a:defRPr lang="es-ES"/>
              </a:pPr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o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orma libre: Forma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rtlCol="0" anchor="ctr">
            <a:noAutofit/>
          </a:bodyPr>
          <a:lstStyle>
            <a:lvl1pPr algn="ctr">
              <a:defRPr lang="es-ES" sz="6000">
                <a:solidFill>
                  <a:schemeClr val="bg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04/03/2024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es-ES"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es-ES"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orma libre: Forma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orma libre: Forma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orma libre: Forma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04/03/2024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es-ES"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04/03/2024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8" name="Forma libre: Forma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rma libre: Forma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04/03/2024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 rtlCol="0">
            <a:normAutofit/>
          </a:bodyPr>
          <a:lstStyle>
            <a:lvl1pPr>
              <a:defRPr lang="es-ES" sz="2400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orma libre: Forma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orma libre: Forma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orma libre: Forma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orma libre: Forma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orma libre: Forma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 rtlCol="0">
            <a:noAutofit/>
          </a:bodyPr>
          <a:lstStyle>
            <a:lvl1pPr algn="ctr">
              <a:defRPr lang="es-ES" sz="4400">
                <a:solidFill>
                  <a:schemeClr val="bg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rtlCol="0"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es-ES"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6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04/03/2024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rtlCol="0" anchor="ctr" anchorCtr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es-ES"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es-ES"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es-ES"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es-ES"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es-ES" sz="12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04/03/2024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7" name="Forma libre: Forma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rma libre: Forma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rma libre: Forma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orma libre: Forma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orma libre: Forma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rtlCol="0" anchor="b" anchorCtr="0">
            <a:noAutofit/>
          </a:bodyPr>
          <a:lstStyle>
            <a:lvl1pPr>
              <a:defRPr lang="es-ES"/>
            </a:lvl1pPr>
          </a:lstStyle>
          <a:p>
            <a:pPr rtl="0"/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es-ES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2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04/03/2024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orma libre: Forma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orma libre: Forma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es-ES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2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es-ES" sz="2400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04/03/2024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o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orma libre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es-ES"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lang="es-ES" sz="1800"/>
            </a:lvl2pPr>
            <a:lvl3pPr>
              <a:spcBef>
                <a:spcPts val="1000"/>
              </a:spcBef>
              <a:buClr>
                <a:schemeClr val="accent2"/>
              </a:buClr>
              <a:defRPr lang="es-ES" sz="1800"/>
            </a:lvl3pPr>
            <a:lvl4pPr>
              <a:spcBef>
                <a:spcPts val="1000"/>
              </a:spcBef>
              <a:buClr>
                <a:schemeClr val="accent2"/>
              </a:buClr>
              <a:defRPr lang="es-ES" sz="1800"/>
            </a:lvl4pPr>
            <a:lvl5pPr>
              <a:spcBef>
                <a:spcPts val="1000"/>
              </a:spcBef>
              <a:buClr>
                <a:schemeClr val="accent2"/>
              </a:buClr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es-ES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ES" sz="12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04/03/2024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2.xml" Id="rId8" /><Relationship Type="http://schemas.openxmlformats.org/officeDocument/2006/relationships/slideLayout" Target="/ppt/slideLayouts/slideLayout133.xml" Id="rId13" /><Relationship Type="http://schemas.openxmlformats.org/officeDocument/2006/relationships/slideLayout" Target="/ppt/slideLayouts/slideLayout34.xml" Id="rId3" /><Relationship Type="http://schemas.openxmlformats.org/officeDocument/2006/relationships/slideLayout" Target="/ppt/slideLayouts/slideLayout75.xml" Id="rId7" /><Relationship Type="http://schemas.openxmlformats.org/officeDocument/2006/relationships/slideLayout" Target="/ppt/slideLayouts/slideLayout126.xml" Id="rId12" /><Relationship Type="http://schemas.openxmlformats.org/officeDocument/2006/relationships/slideLayout" Target="/ppt/slideLayouts/slideLayout27.xml" Id="rId2" /><Relationship Type="http://schemas.openxmlformats.org/officeDocument/2006/relationships/slideLayout" Target="/ppt/slideLayouts/slideLayout18.xml" Id="rId1" /><Relationship Type="http://schemas.openxmlformats.org/officeDocument/2006/relationships/slideLayout" Target="/ppt/slideLayouts/slideLayout69.xml" Id="rId6" /><Relationship Type="http://schemas.openxmlformats.org/officeDocument/2006/relationships/slideLayout" Target="/ppt/slideLayouts/slideLayout1110.xml" Id="rId11" /><Relationship Type="http://schemas.openxmlformats.org/officeDocument/2006/relationships/slideLayout" Target="/ppt/slideLayouts/slideLayout511.xml" Id="rId5" /><Relationship Type="http://schemas.openxmlformats.org/officeDocument/2006/relationships/slideLayout" Target="/ppt/slideLayouts/slideLayout1012.xml" Id="rId10" /><Relationship Type="http://schemas.openxmlformats.org/officeDocument/2006/relationships/slideLayout" Target="/ppt/slideLayouts/slideLayout41.xml" Id="rId4" /><Relationship Type="http://schemas.openxmlformats.org/officeDocument/2006/relationships/slideLayout" Target="/ppt/slideLayouts/slideLayout913.xml" Id="rId9" /><Relationship Type="http://schemas.openxmlformats.org/officeDocument/2006/relationships/theme" Target="/ppt/theme/theme12.xml" Id="rId14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D6D8061D-18C3-4F4F-85EF-561633F58754}" type="datetimeFigureOut">
              <a:rPr lang="es-ES" smtClean="0"/>
              <a:t>04/03/2024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&#65279;<?xml version="1.0" encoding="utf-8"?><Relationships xmlns="http://schemas.openxmlformats.org/package/2006/relationships"><Relationship Type="http://schemas.openxmlformats.org/officeDocument/2006/relationships/notesSlide" Target="/ppt/notesSlides/notesSlide19.xml" Id="rId2" /><Relationship Type="http://schemas.openxmlformats.org/officeDocument/2006/relationships/slideLayout" Target="/ppt/slideLayouts/slideLayout18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notesSlide" Target="/ppt/notesSlides/notesSlide27.xml" Id="rId2" /><Relationship Type="http://schemas.openxmlformats.org/officeDocument/2006/relationships/slideLayout" Target="/ppt/slideLayouts/slideLayout27.xml" Id="rI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33.xml" Id="rId2" /><Relationship Type="http://schemas.openxmlformats.org/officeDocument/2006/relationships/slideLayout" Target="/ppt/slideLayouts/slideLayout34.xml" Id="rI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image" Target="/ppt/media/image22.jpeg" Id="rId3" /><Relationship Type="http://schemas.openxmlformats.org/officeDocument/2006/relationships/notesSlide" Target="/ppt/notesSlides/notesSlide41.xml" Id="rId2" /><Relationship Type="http://schemas.openxmlformats.org/officeDocument/2006/relationships/slideLayout" Target="/ppt/slideLayouts/slideLayout41.xml" Id="rId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notesSlide" Target="/ppt/notesSlides/notesSlide78.xml" Id="rId2" /><Relationship Type="http://schemas.openxmlformats.org/officeDocument/2006/relationships/slideLayout" Target="/ppt/slideLayouts/slideLayout75.xml" Id="rId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notesSlide" Target="/ppt/notesSlides/notesSlide84.xml" Id="rId2" /><Relationship Type="http://schemas.openxmlformats.org/officeDocument/2006/relationships/slideLayout" Target="/ppt/slideLayouts/slideLayout82.xml" Id="rId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image" Target="/ppt/media/image33.jpeg" Id="rId3" /><Relationship Type="http://schemas.openxmlformats.org/officeDocument/2006/relationships/notesSlide" Target="/ppt/notesSlides/notesSlide92.xml" Id="rId2" /><Relationship Type="http://schemas.openxmlformats.org/officeDocument/2006/relationships/slideLayout" Target="/ppt/slideLayouts/slideLayout913.xml" Id="rId1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notesSlide" Target="/ppt/notesSlides/notesSlide126.xml" Id="rId2" /><Relationship Type="http://schemas.openxmlformats.org/officeDocument/2006/relationships/slideLayout" Target="/ppt/slideLayouts/slideLayout126.xml" Id="rId1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notesSlide" Target="/ppt/notesSlides/notesSlide135.xml" Id="rId2" /><Relationship Type="http://schemas.openxmlformats.org/officeDocument/2006/relationships/slideLayout" Target="/ppt/slideLayouts/slideLayout133.xml" Id="rId1" /></Relationships>
</file>

<file path=ppt/slides/_rels/slide512.xml.rels>&#65279;<?xml version="1.0" encoding="utf-8"?><Relationships xmlns="http://schemas.openxmlformats.org/package/2006/relationships"><Relationship Type="http://schemas.openxmlformats.org/officeDocument/2006/relationships/notesSlide" Target="/ppt/notesSlides/notesSlide512.xml" Id="rId2" /><Relationship Type="http://schemas.openxmlformats.org/officeDocument/2006/relationships/slideLayout" Target="/ppt/slideLayouts/slideLayout511.xml" Id="rId1" /></Relationships>
</file>

<file path=ppt/slides/_rels/slide611.xml.rels>&#65279;<?xml version="1.0" encoding="utf-8"?><Relationships xmlns="http://schemas.openxmlformats.org/package/2006/relationships"><Relationship Type="http://schemas.openxmlformats.org/officeDocument/2006/relationships/notesSlide" Target="/ppt/notesSlides/notesSlide611.xml" Id="rId2" /><Relationship Type="http://schemas.openxmlformats.org/officeDocument/2006/relationships/slideLayout" Target="/ppt/slideLayouts/slideLayout69.xml" Id="rId1" /></Relationships>
</file>

<file path=ppt/slides/_rels/slide1013.xml.rels>&#65279;<?xml version="1.0" encoding="utf-8"?><Relationships xmlns="http://schemas.openxmlformats.org/package/2006/relationships"><Relationship Type="http://schemas.openxmlformats.org/officeDocument/2006/relationships/notesSlide" Target="/ppt/notesSlides/notesSlide1013.xml" Id="rId2" /><Relationship Type="http://schemas.openxmlformats.org/officeDocument/2006/relationships/slideLayout" Target="/ppt/slideLayouts/slideLayout1012.xml" Id="rId1" /></Relationships>
</file>

<file path=ppt/slides/_rels/slide1110.xml.rels>&#65279;<?xml version="1.0" encoding="utf-8"?><Relationships xmlns="http://schemas.openxmlformats.org/package/2006/relationships"><Relationship Type="http://schemas.openxmlformats.org/officeDocument/2006/relationships/notesSlide" Target="/ppt/notesSlides/notesSlide1110.xml" Id="rId2" /><Relationship Type="http://schemas.openxmlformats.org/officeDocument/2006/relationships/slideLayout" Target="/ppt/slideLayouts/slideLayout1110.xml" Id="rId1" 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474" y="2949739"/>
            <a:ext cx="6261291" cy="2396686"/>
          </a:xfrm>
          <a:noFill/>
        </p:spPr>
        <p:txBody>
          <a:bodyPr rtlCol="0" anchor="b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Presentación básica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708" y="554942"/>
            <a:ext cx="5552091" cy="5768220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Introducción</a:t>
            </a:r>
          </a:p>
          <a:p>
            <a:pPr rtl="0"/>
            <a:r>
              <a:rPr lang="es-ES"/>
              <a:t>Generar confianza</a:t>
            </a:r>
          </a:p>
          <a:p>
            <a:pPr rtl="0"/>
            <a:r>
              <a:rPr lang="es-ES"/>
              <a:t>Atraer al público</a:t>
            </a:r>
          </a:p>
          <a:p>
            <a:pPr rtl="0"/>
            <a:r>
              <a:rPr lang="es-ES"/>
              <a:t>Ayudas visuales</a:t>
            </a:r>
          </a:p>
          <a:p>
            <a:pPr rtl="0"/>
            <a:r>
              <a:rPr lang="es-ES"/>
              <a:t>Sugerencias finales y puntos de vista</a:t>
            </a:r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5" descr="Niño jugando en un parque infantil frente a un edificio de apartamentos&#10;">
            <a:extLst>
              <a:ext uri="{FF2B5EF4-FFF2-40B4-BE49-F238E27FC236}">
                <a16:creationId xmlns:a16="http://schemas.microsoft.com/office/drawing/2014/main" id="{46148692-01F9-F0AF-248D-A06D949F31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168" y="923544"/>
            <a:ext cx="6455664" cy="5010912"/>
          </a:xfrm>
          <a:noFill/>
        </p:spPr>
        <p:txBody>
          <a:bodyPr rtlCol="0" anchor="ctr"/>
          <a:lstStyle>
            <a:defPPr>
              <a:defRPr lang="es-ES"/>
            </a:defPPr>
          </a:lstStyle>
          <a:p>
            <a:pPr rtl="0"/>
            <a:r>
              <a:rPr lang="es-ES"/>
              <a:t>El poder de la comunicación</a:t>
            </a:r>
          </a:p>
        </p:txBody>
      </p:sp>
    </p:spTree>
    <p:extLst>
      <p:ext uri="{BB962C8B-B14F-4D97-AF65-F5344CB8AC3E}">
        <p14:creationId xmlns:p14="http://schemas.microsoft.com/office/powerpoint/2010/main" val="17561280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118" y="262762"/>
            <a:ext cx="5507421" cy="3649718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Superar el nerviosismo</a:t>
            </a:r>
          </a:p>
        </p:txBody>
      </p:sp>
      <p:pic>
        <p:nvPicPr>
          <p:cNvPr id="10" name="Marcador de contenido 10" descr="Niño mirando un mapa del mundo">
            <a:extLst>
              <a:ext uri="{FF2B5EF4-FFF2-40B4-BE49-F238E27FC236}">
                <a16:creationId xmlns:a16="http://schemas.microsoft.com/office/drawing/2014/main" id="{BDDFC830-574D-79C7-544E-026A2E301E9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0" b="120"/>
          <a:stretch/>
        </p:blipFill>
        <p:spPr>
          <a:xfrm>
            <a:off x="707393" y="847600"/>
            <a:ext cx="4619625" cy="4617720"/>
          </a:xfr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118" y="4058263"/>
            <a:ext cx="5507421" cy="214148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Estrategias para aumentar la confianza</a:t>
            </a:r>
          </a:p>
        </p:txBody>
      </p:sp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/>
          <a:lstStyle>
            <a:defPPr>
              <a:defRPr lang="es-ES"/>
            </a:defPPr>
          </a:lstStyle>
          <a:p>
            <a:pPr rtl="0"/>
            <a:r>
              <a:rPr lang="es-ES"/>
              <a:t>Técnicas de entrega efectivas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15163" cy="4297680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Se trata de una herramienta eficaz para hablar en público. Implica variar el timbre, el tono y el volumen para transmitir emociones, enfatizar puntos y mantener el interés. </a:t>
            </a:r>
          </a:p>
          <a:p>
            <a:pPr lvl="1" rtl="0"/>
            <a:r>
              <a:rPr lang="es-ES" dirty="0"/>
              <a:t>Variación de tono</a:t>
            </a:r>
          </a:p>
          <a:p>
            <a:pPr lvl="1" rtl="0"/>
            <a:r>
              <a:rPr lang="es-ES" dirty="0"/>
              <a:t>Inflexión de tono</a:t>
            </a:r>
          </a:p>
          <a:p>
            <a:pPr lvl="1" rtl="0"/>
            <a:r>
              <a:rPr lang="es-ES" dirty="0"/>
              <a:t>Control de volumen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47896" y="1816916"/>
            <a:ext cx="5212080" cy="4297680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El lenguaje corporal eficaz mejora su mensaje, haciéndolo más impactante y memorable.</a:t>
            </a:r>
          </a:p>
          <a:p>
            <a:pPr lvl="1" rtl="0"/>
            <a:r>
              <a:rPr lang="es-ES" dirty="0"/>
              <a:t>Contacto visual significativo</a:t>
            </a:r>
          </a:p>
          <a:p>
            <a:pPr lvl="1" rtl="0"/>
            <a:r>
              <a:rPr lang="es-ES" dirty="0"/>
              <a:t>Gestos intencionados</a:t>
            </a:r>
          </a:p>
          <a:p>
            <a:pPr lvl="1" rtl="0"/>
            <a:r>
              <a:rPr lang="es-ES" dirty="0"/>
              <a:t>Mantener una buena </a:t>
            </a:r>
            <a:r>
              <a:rPr lang="es-ES" dirty="0" err="1"/>
              <a:t>pustura</a:t>
            </a:r>
            <a:endParaRPr lang="es-ES" dirty="0"/>
          </a:p>
          <a:p>
            <a:pPr lvl="1" rtl="0"/>
            <a:r>
              <a:rPr lang="es-ES" dirty="0"/>
              <a:t>Controlar las expresiones</a:t>
            </a:r>
          </a:p>
        </p:txBody>
      </p: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/>
          <a:lstStyle>
            <a:defPPr>
              <a:defRPr lang="es-ES"/>
            </a:defPPr>
          </a:lstStyle>
          <a:p>
            <a:pPr rtl="0"/>
            <a:r>
              <a:rPr lang="es-ES"/>
              <a:t>Navegar por las sesiones de Preguntas y respuestas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3108958" cy="4297680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Conozca el material con antelación</a:t>
            </a:r>
          </a:p>
          <a:p>
            <a:pPr rtl="0"/>
            <a:r>
              <a:rPr lang="es-ES" dirty="0"/>
              <a:t>Anticípese a las preguntas frecuentes</a:t>
            </a:r>
          </a:p>
          <a:p>
            <a:pPr rtl="0"/>
            <a:r>
              <a:rPr lang="es-ES" dirty="0"/>
              <a:t>Ensaye sus respuestas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61820" y="1816916"/>
            <a:ext cx="6698156" cy="4297680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Mantener la compostura durante la sesión de Preguntas y respuestas es esencial para proyectar confianza y autoridad. Tenga en cuenta las siguientes sugerencias para mantener la compostura:</a:t>
            </a:r>
          </a:p>
          <a:p>
            <a:pPr lvl="1" rtl="0"/>
            <a:r>
              <a:rPr lang="es-ES" dirty="0"/>
              <a:t>Mantenga la calma</a:t>
            </a:r>
          </a:p>
          <a:p>
            <a:pPr lvl="1" rtl="0"/>
            <a:r>
              <a:rPr lang="es-ES" dirty="0"/>
              <a:t>Escuche activamente</a:t>
            </a:r>
          </a:p>
          <a:p>
            <a:pPr lvl="1" rtl="0"/>
            <a:r>
              <a:rPr lang="es-ES" dirty="0"/>
              <a:t>Pause y reflexione</a:t>
            </a:r>
          </a:p>
          <a:p>
            <a:pPr lvl="1" rtl="0"/>
            <a:r>
              <a:rPr lang="es-ES" dirty="0"/>
              <a:t>Mantenga el contacto visual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  <a:noFill/>
        </p:spPr>
        <p:txBody>
          <a:bodyPr rtlCol="0" anchor="b"/>
          <a:lstStyle>
            <a:defPPr>
              <a:defRPr lang="es-ES"/>
            </a:defPPr>
          </a:lstStyle>
          <a:p>
            <a:pPr rtl="0"/>
            <a:r>
              <a:rPr lang="es-ES"/>
              <a:t>Impacto en el habla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57316"/>
            <a:ext cx="5257800" cy="3369858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Su capacidad de comunicarse de forma eficaz dejará un impacto duradero en el público</a:t>
            </a:r>
          </a:p>
          <a:p>
            <a:pPr rtl="0"/>
            <a:r>
              <a:rPr lang="es-ES" dirty="0"/>
              <a:t>Comunicarse eficazmente implica no solo transmitir un mensaje, sino también resonar con las experiencias, valores y emociones de quienes escuchan. </a:t>
            </a:r>
          </a:p>
        </p:txBody>
      </p:sp>
      <p:pic>
        <p:nvPicPr>
          <p:cNvPr id="11" name="Marcador de posición de imagen 13" descr="Niños jugando y dibujando en el suelo">
            <a:extLst>
              <a:ext uri="{FF2B5EF4-FFF2-40B4-BE49-F238E27FC236}">
                <a16:creationId xmlns:a16="http://schemas.microsoft.com/office/drawing/2014/main" id="{1505EF47-21F0-359C-67AF-1DE6EA73D6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6413114" y="845068"/>
            <a:ext cx="5193792" cy="5193792"/>
          </a:xfr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/>
          <a:lstStyle>
            <a:defPPr>
              <a:defRPr lang="es-ES"/>
            </a:defPPr>
          </a:lstStyle>
          <a:p>
            <a:pPr rtl="0"/>
            <a:r>
              <a:rPr lang="es-ES"/>
              <a:t>Métricas de interacción de habla</a:t>
            </a:r>
          </a:p>
        </p:txBody>
      </p:sp>
      <p:graphicFrame>
        <p:nvGraphicFramePr>
          <p:cNvPr id="4" name="Marcador de posición de tabla 3">
            <a:extLst>
              <a:ext uri="{FF2B5EF4-FFF2-40B4-BE49-F238E27FC236}">
                <a16:creationId xmlns:a16="http://schemas.microsoft.com/office/drawing/2014/main" id="{0519CAC4-33D8-0B1E-88FF-086E69894AF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22617345"/>
              </p:ext>
            </p:extLst>
          </p:nvPr>
        </p:nvGraphicFramePr>
        <p:xfrm>
          <a:off x="838200" y="1825625"/>
          <a:ext cx="10515600" cy="43891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502572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911366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12309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978572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73152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1" i="0" dirty="0">
                          <a:latin typeface="+mj-lt"/>
                        </a:rPr>
                        <a:t>Factor de impacto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1" i="0">
                          <a:latin typeface="+mj-lt"/>
                        </a:rPr>
                        <a:t>Medida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1" i="0">
                          <a:latin typeface="+mj-lt"/>
                        </a:rPr>
                        <a:t>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1" i="0">
                          <a:latin typeface="+mj-lt"/>
                        </a:rPr>
                        <a:t>Logrado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3152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Interacción del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Porcentaje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3152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Retención de conocimientos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Porcentaje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3152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Encuestas posteriores a la presentación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Clasificación media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4,2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4,5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73152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Tasa de recomendación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Porcentaje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73152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Oportunidades de colaboración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N.º de oportunidades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455" y="755171"/>
            <a:ext cx="4619937" cy="5315035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Brita Tamm</a:t>
            </a:r>
          </a:p>
          <a:p>
            <a:pPr rtl="0"/>
            <a:r>
              <a:rPr lang="es-ES"/>
              <a:t>502-555-0152</a:t>
            </a:r>
          </a:p>
          <a:p>
            <a:pPr rtl="0"/>
            <a:r>
              <a:rPr lang="es-ES"/>
              <a:t>brita@firstupconsultants.com</a:t>
            </a:r>
          </a:p>
          <a:p>
            <a:pPr rtl="0"/>
            <a:r>
              <a:rPr lang="es-ES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rtlCol="0" anchor="ctr"/>
          <a:lstStyle>
            <a:defPPr>
              <a:defRPr lang="es-ES"/>
            </a:defPPr>
          </a:lstStyle>
          <a:p>
            <a:pPr rtl="0"/>
            <a:r>
              <a:rPr lang="es-ES"/>
              <a:t>Atraer al público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099"/>
            <a:ext cx="8012113" cy="4284889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Mantenga el contacto visual con el público para crear una sensación de intimidad e implicación</a:t>
            </a:r>
          </a:p>
          <a:p>
            <a:pPr rtl="0"/>
            <a:r>
              <a:rPr lang="es-ES"/>
              <a:t>Teja historias cercanas en la presentación con narraciones que hacen que su mensaje sea fácil de recordar e impactante</a:t>
            </a:r>
          </a:p>
          <a:p>
            <a:pPr rtl="0"/>
            <a:r>
              <a:rPr lang="es-ES"/>
              <a:t>Fomente las preguntas y proporcione respuestas cuidadosas para mejorar la participación del público</a:t>
            </a:r>
          </a:p>
          <a:p>
            <a:pPr rtl="0"/>
            <a:r>
              <a:rPr lang="es-ES"/>
              <a:t>Use sondeos o encuestas en directo para recopilar opiniones del público, promover la participación y asegurarse de que el público se sienta implicado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4439" y="1349825"/>
            <a:ext cx="4563122" cy="3063149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Selección de ayudas visuales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5929" y="4412973"/>
            <a:ext cx="6560142" cy="1935571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Mejore su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63098972"/>
      </p:ext>
    </p:extLst>
  </p:cSld>
  <p:clrMapOvr>
    <a:masterClrMapping/>
  </p:clrMapOvr>
</p:sld>
</file>

<file path=ppt/slides/slide10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Presentación dinámica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882462" cy="4297678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Aprenda a infundir energía en su presentación para dejar una impresión duradera</a:t>
            </a:r>
          </a:p>
          <a:p>
            <a:pPr rtl="0"/>
            <a:r>
              <a:rPr lang="es-ES" dirty="0"/>
              <a:t>Uno de los objetivos de una comunicación eficaz es motivar a la audiencia</a:t>
            </a:r>
          </a:p>
        </p:txBody>
      </p:sp>
      <p:graphicFrame>
        <p:nvGraphicFramePr>
          <p:cNvPr id="3" name="Marcador de posición de la tabla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428147815"/>
              </p:ext>
            </p:extLst>
          </p:nvPr>
        </p:nvGraphicFramePr>
        <p:xfrm>
          <a:off x="4038600" y="1825625"/>
          <a:ext cx="7315200" cy="429767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17683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198179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3233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84715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1" i="0" dirty="0">
                          <a:latin typeface="+mj-lt"/>
                        </a:rPr>
                        <a:t>Métrico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1" i="0">
                          <a:latin typeface="+mj-lt"/>
                        </a:rPr>
                        <a:t>Medida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1" i="0">
                          <a:latin typeface="+mj-lt"/>
                        </a:rPr>
                        <a:t>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1" i="0">
                          <a:latin typeface="+mj-lt"/>
                        </a:rPr>
                        <a:t>Real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84715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Asistencia del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N.º de asistentes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84715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Duración de la interacción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Minutos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84715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Interacción de preguntas y respuestas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N.º de preguntas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84715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Comentarios positivos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Porcentaje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74104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Tasa de retención de información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Porcentaje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rtlCol="0" anchor="ctr"/>
          <a:lstStyle>
            <a:defPPr>
              <a:defRPr lang="es-ES"/>
            </a:defPPr>
          </a:lstStyle>
          <a:p>
            <a:pPr rtl="0"/>
            <a:r>
              <a:rPr lang="es-ES"/>
              <a:t>Sugerencias finales y puntos de vista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Ensayo coherente</a:t>
            </a:r>
          </a:p>
          <a:p>
            <a:pPr lvl="1" rtl="0"/>
            <a:r>
              <a:rPr lang="es-ES"/>
              <a:t>Refuerce su familiaridad</a:t>
            </a:r>
          </a:p>
          <a:p>
            <a:pPr rtl="0"/>
            <a:r>
              <a:rPr lang="es-ES"/>
              <a:t>Refinar el estilo de presentación</a:t>
            </a:r>
          </a:p>
          <a:p>
            <a:pPr lvl="1" rtl="0"/>
            <a:r>
              <a:rPr lang="es-ES"/>
              <a:t>Ritmo, tono y énfasis</a:t>
            </a:r>
          </a:p>
          <a:p>
            <a:pPr rtl="0"/>
            <a:r>
              <a:rPr lang="es-ES"/>
              <a:t>Intervalos y transiciones</a:t>
            </a:r>
          </a:p>
          <a:p>
            <a:pPr lvl="1" rtl="0"/>
            <a:r>
              <a:rPr lang="es-ES"/>
              <a:t>Objetivo de una presentación sin problemas y profesional</a:t>
            </a:r>
          </a:p>
          <a:p>
            <a:pPr rtl="0"/>
            <a:r>
              <a:rPr lang="es-ES"/>
              <a:t>Público de prácticas</a:t>
            </a:r>
          </a:p>
          <a:p>
            <a:pPr lvl="1" rtl="0"/>
            <a:r>
              <a:rPr lang="es-ES"/>
              <a:t>Apunte a compañeros para escuchar y proporcionar comentarios</a:t>
            </a:r>
          </a:p>
          <a:p>
            <a:pPr lvl="1" rtl="0"/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03029" y="1825625"/>
            <a:ext cx="3450771" cy="4297680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Buscar comentarios</a:t>
            </a:r>
          </a:p>
          <a:p>
            <a:pPr rtl="0"/>
            <a:r>
              <a:rPr lang="es-ES"/>
              <a:t>Reflejar el rendimiento</a:t>
            </a:r>
          </a:p>
          <a:p>
            <a:pPr rtl="0"/>
            <a:r>
              <a:rPr lang="es-ES"/>
              <a:t>Explorar nuevas técnicas</a:t>
            </a:r>
          </a:p>
          <a:p>
            <a:pPr rtl="0"/>
            <a:r>
              <a:rPr lang="es-ES"/>
              <a:t>Establecer objetivos personales</a:t>
            </a:r>
          </a:p>
          <a:p>
            <a:pPr rtl="0"/>
            <a:r>
              <a:rPr lang="es-ES"/>
              <a:t>Iterar y adaptarse</a:t>
            </a:r>
          </a:p>
        </p:txBody>
      </p:sp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theme/theme12.xml><?xml version="1.0" encoding="utf-8"?>
<a:theme xmlns:a="http://schemas.openxmlformats.org/drawingml/2006/main" name="Personalizar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1.xml" Id="rId1" /></Relationships>
</file>

<file path=customXml/_rels/item13.xml.rels>&#65279;<?xml version="1.0" encoding="utf-8"?><Relationships xmlns="http://schemas.openxmlformats.org/package/2006/relationships"><Relationship Type="http://schemas.openxmlformats.org/officeDocument/2006/relationships/customXmlProps" Target="/customXml/itemProps13.xml" Id="rId1" /></Relationships>
</file>

<file path=customXml/_rels/item22.xml.rels>&#65279;<?xml version="1.0" encoding="utf-8"?><Relationships xmlns="http://schemas.openxmlformats.org/package/2006/relationships"><Relationship Type="http://schemas.openxmlformats.org/officeDocument/2006/relationships/customXmlProps" Target="/customXml/itemProps22.xml" Id="rId1" /></Relationship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3.xml><?xml version="1.0" encoding="utf-8"?>
<ds:datastoreItem xmlns:ds="http://schemas.openxmlformats.org/officeDocument/2006/customXml" ds:itemID="{67FFD73E-D96B-4428-99CD-717A4897D3B4}">
  <ds:schemaRefs>
    <ds:schemaRef ds:uri="http://schemas.microsoft.com/sharepoint/v3/contenttype/forms"/>
  </ds:schemaRefs>
</ds:datastoreItem>
</file>

<file path=customXml/itemProps22.xml><?xml version="1.0" encoding="utf-8"?>
<ds:datastoreItem xmlns:ds="http://schemas.openxmlformats.org/officeDocument/2006/customXml" ds:itemID="{A3165DE6-2DCE-44FC-94B7-A499559DBF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1.xml><?xml version="1.0" encoding="utf-8"?>
<ds:datastoreItem xmlns:ds="http://schemas.openxmlformats.org/officeDocument/2006/customXml" ds:itemID="{1285E733-8340-4FDD-A6FC-B22F1B75E4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11</ap:TotalTime>
  <ap:Words>495</ap:Words>
  <ap:PresentationFormat>Panorámica</ap:PresentationFormat>
  <ap:Paragraphs>123</ap:Paragraphs>
  <ap:Slides>13</ap:Slides>
  <ap:Notes>13</ap:Notes>
  <ap:HiddenSlides>0</ap:HiddenSlides>
  <ap:MMClips>0</ap:MMClips>
  <ap:ScaleCrop>false</ap:ScaleCrop>
  <ap:HeadingPairs>
    <vt:vector baseType="variant" size="6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ap:HeadingPairs>
  <ap:TitlesOfParts>
    <vt:vector baseType="lpstr" size="20">
      <vt:lpstr>Aptos</vt:lpstr>
      <vt:lpstr>Arial</vt:lpstr>
      <vt:lpstr>Avenir Next LT Pro</vt:lpstr>
      <vt:lpstr>Avenir Next LT Pro Light</vt:lpstr>
      <vt:lpstr>Calibri</vt:lpstr>
      <vt:lpstr>Tw Cen MT</vt:lpstr>
      <vt:lpstr>Personalizar</vt:lpstr>
      <vt:lpstr>Presentación básica</vt:lpstr>
      <vt:lpstr>Agenda</vt:lpstr>
      <vt:lpstr>El poder de la comunicación</vt:lpstr>
      <vt:lpstr>Superar el nerviosismo</vt:lpstr>
      <vt:lpstr>Atraer al público</vt:lpstr>
      <vt:lpstr>Selección de ayudas visuales </vt:lpstr>
      <vt:lpstr>Técnicas de entrega efectivas</vt:lpstr>
      <vt:lpstr>Navegar por las sesiones de Preguntas y respuestas</vt:lpstr>
      <vt:lpstr>Impacto en el habla</vt:lpstr>
      <vt:lpstr>Presentación dinámica</vt:lpstr>
      <vt:lpstr>Sugerencias finales y puntos de vista</vt:lpstr>
      <vt:lpstr>Métricas de interacción de habla</vt:lpstr>
      <vt:lpstr>Gracias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2024-01-11T14:50:00Z</dcterms:created>
  <dcterms:modified xsi:type="dcterms:W3CDTF">2024-03-04T08:17:52Z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