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38BDF8"/>
                </a:solidFill>
              </a:rPr>
              <a:t>Consultoría de Inteligencia Artificial para Gemini y Notebook 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E2E8F0"/>
                </a:solidFill>
              </a:rPr>
              <a:t>Impulsando la Productividad y el Crecimiento Empresarial con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Introducción a la Inteligencia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Gemini y Notebook LM: Herramientas de IA Innovadoras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Ventajas de Implementar AI en el Entorno Empresarial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Formación en Inteligencia Artificial para Empresas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Mejora de la Productividad con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Notebook LM: Potenciando el Crecimiento Empresarial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Desarrollo de Estrategias de IA Personalizadas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Desafíos en la Implementación de IA y Cómo Superarlos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El Futuro de la Inteligencia Artificial en los Negocios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Conclusiones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