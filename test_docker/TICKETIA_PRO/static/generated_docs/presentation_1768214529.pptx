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38BDF8"/>
                </a:solidFill>
              </a:rPr>
              <a:t>Impulsa tu Negocio con Inteligencia Artificial: Gemini y NotebookLM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E2E8F0"/>
                </a:solidFill>
              </a:rPr>
              <a:t>Transforma tu productividad y lidera la innovación con soluciones AI avanzadas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1. El Panorama Actual de la Productividad Empresarial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El 50% de las organizaciones reconocen la necesidad de mejorar sus procesos con tecnología avanzada.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La pérdida de productividad cuesta a las empresas un promedio del 15% de sus ingresos anuales.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Solamente el 30% de las empresas utilizan herramientas de inteligencia artificial de manera efectiva.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Los líderes del mercado ya están integrando AI para optimizar operaciones y tomar decisiones basadas en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2. ¿Por Qué Elegir Gemini y NotebookLM?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Gemini y NotebookLM ofrecen interoperabilidad fluida con tus sistemas existentes.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Las plataformas facilitan el análisis de datos en tiempo real, permitiendo insights rápidos y precisos.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Su diseño intuitivo minimiza la curva de aprendizaje, acelerando la adopción tecnológica en tu empresa.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La personalización que ofrecen mejora la eficiencia operativa adaptándose a las necesidades específicas.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3. Beneficios Tangibles: Casos de Éxito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Caso XYZ: Mejoró la eficiencia en un 35% después de integrar Gemini con sus procesos de manufactura.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Empresa ABC redujo los errores manuales en un 60% utilizando NotebookLM para el análisis de datos.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Gemini ha acelerado el tiempo de respuesta al cliente en un 40%, aumentando la satisfacción del cliente.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NotebookLM ha permitido a los líderes empresariales tomar decisiones informadas un 50% más rápido.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4. Implementación Sencilla y Efectiva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Evaluación inicial de necesidades personalizadas y alineación de objetivos.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Integración rápida y sin complicaciones con un soporte 24/7 dedicado.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Capacitación personalizada para empleados, garantizando un uso óptimo desde el primer día.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Monitoreo constante y optimización continua para asegurar el máximo rendimiento.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5. El Futuro de tu Negocio Con Gemini y NotebookLM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Visualiza un crecimiento sostenido y una ventaja competitiva significativa.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Aprovecha la analítica predictiva para anticipar tendencias y estar siempre un paso adelante.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Fortalece la resiliencia de tu organización con tecnología que se adapta a los cambios del mercado.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Conviértete en un referente de innovación dentro de tu industria utilizando soluciones líderes de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