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Consultoría de IA Aplicada a Gemini Notebook LM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Potente capacidad para ejecutar modelos de IA complejos de manera eficiente.</a:t>
            </a:r>
          </a:p>
          <a:p>
            <a:pPr lvl="1"/>
            <a:r>
              <a:t>Programas de formación especializados para personal en el uso de Gemini Notebook LM.</a:t>
            </a:r>
          </a:p>
          <a:p>
            <a:pPr lvl="1"/>
            <a:r>
              <a:t>Técnicas avanzadas para aumentar la productividad del negocio mediante la aplicación de IA.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