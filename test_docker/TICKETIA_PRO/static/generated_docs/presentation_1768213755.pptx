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38BDF8"/>
                </a:solidFill>
              </a:rPr>
              <a:t>Transformación Empresarial con Gemini y NotebookLM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E2E8F0"/>
                </a:solidFill>
              </a:rPr>
              <a:t>Cómo la Inteligencia Artificial Revoluciona la Productividad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</a:rPr>
              <a:t>Detalle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