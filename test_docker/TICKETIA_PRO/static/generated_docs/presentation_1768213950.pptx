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38BDF8"/>
                </a:solidFill>
              </a:rPr>
              <a:t>Potenciando su Empresa con IA: Gemini y NotebookLM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E2E8F0"/>
                </a:solidFill>
              </a:rPr>
              <a:t>Aprovechando la Inteligencia Artificial para un Futuro Productivo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Introducción a la Revolución de la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Conozca a Gemini: La Máquina de Productividad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Descifrando NotebookLM: Organice su Estrategia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Integración de Gemini y NotebookLM: Un Ecosistema de Eficiencia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Casos de Uso Prácticos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Beneficios Clave para su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Implementación y Soporte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Q&amp;A: Respondiendo a sus Preguntas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Conclusión: El Futuro es Ahora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